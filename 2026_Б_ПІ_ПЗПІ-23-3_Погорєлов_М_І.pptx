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0f06740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c0f06740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c0f06740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c0f06740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0f06740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c0f06740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c0f06740e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c0f06740e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c0f06740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c0f06740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c0f06740e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c0f06740e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c0f06740e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c0f06740e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0f06740e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0f06740e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0f06740e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c0f06740e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0f06740e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0f06740e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c0f06740e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c0f06740e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0f06740e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c0f06740e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c7c9e1a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c7c9e1a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03350" y="152400"/>
            <a:ext cx="5296500" cy="5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500">
                <a:latin typeface="Times New Roman"/>
                <a:ea typeface="Times New Roman"/>
                <a:cs typeface="Times New Roman"/>
                <a:sym typeface="Times New Roman"/>
              </a:rPr>
              <a:t>Міністерство освіти і науки України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500">
                <a:latin typeface="Times New Roman"/>
                <a:ea typeface="Times New Roman"/>
                <a:cs typeface="Times New Roman"/>
                <a:sym typeface="Times New Roman"/>
              </a:rPr>
              <a:t>Харківський національний університет раідоелектроніки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08850" y="1447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Кваліфікаційна робота бакалавра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1280150" y="2095000"/>
            <a:ext cx="6995100" cy="5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Вебзастосунок центру фізичної терапії та реабілітації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2423150" y="3855725"/>
            <a:ext cx="1859400" cy="8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Виконав: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ст. гр. ПЗПІ-23-3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Погорєлов М.І.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5317950" y="3855725"/>
            <a:ext cx="3703200" cy="8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Науковий керівник</a:t>
            </a: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ст. викл. кафедри ПІ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Зибіна К.В.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832775" y="422700"/>
            <a:ext cx="738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Мета роботи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87725"/>
            <a:ext cx="8345100" cy="32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аналіз предметної галузі та існуючих аналогів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Спроєктувати архітектуру системи, базу даних та інтерфейс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Реалізувати клієнтську та серверну частини застосунку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Впровадити систему онлайн-запису з OTP-підтвердженням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Розробити модуль цифрової інклюзивності 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Реалізувати гнучке управління розкладом спеціалістів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Забезпечити верифікацію відгуків та адміністративну панель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комплексне тестування та аналіз отриманих результатів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Аналіз проблеми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22550" y="1532000"/>
            <a:ext cx="8298900" cy="3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Більшість реабілітаційних центрів не мають власного вебсайту з онлайн-записом — пацієнти змушені телефонувати або приходити особисто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Пацієнт не може самостійно переглянути вільні слоти лікаря без дзвінка до адміністратора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Адміністратори ведуть розклад вручну — це призводить до подвійних записів і помилок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Відсутня інформація про вартість послуг і процедур до відвідування центру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Існуючі медичні платформи орієнтовані на загальну медицину і не підходять для реабілітаційних центрів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Відгуки в аналогах не прив'язані до реального відвідування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Лікар не має інструменту для самостійного керування своїм розкладом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Зростання кількості людей, що потребують реабілітації після травм та воєнних дій в Україні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Аналіз аналогів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450" y="1177150"/>
            <a:ext cx="7850476" cy="364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Постановка задачі</a:t>
            </a:r>
            <a:endParaRPr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450" y="1158300"/>
            <a:ext cx="602911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Вибір технологій розробки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2089163" y="1239200"/>
            <a:ext cx="13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5662138" y="1239200"/>
            <a:ext cx="128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888" y="2137251"/>
            <a:ext cx="1152076" cy="1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035" y="2233662"/>
            <a:ext cx="956812" cy="95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8"/>
          <p:cNvCxnSpPr>
            <a:stCxn id="93" idx="1"/>
            <a:endCxn id="96" idx="0"/>
          </p:cNvCxnSpPr>
          <p:nvPr/>
        </p:nvCxnSpPr>
        <p:spPr>
          <a:xfrm flipH="1">
            <a:off x="1620863" y="1525550"/>
            <a:ext cx="468300" cy="611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8"/>
          <p:cNvCxnSpPr>
            <a:stCxn id="93" idx="3"/>
            <a:endCxn id="97" idx="0"/>
          </p:cNvCxnSpPr>
          <p:nvPr/>
        </p:nvCxnSpPr>
        <p:spPr>
          <a:xfrm>
            <a:off x="3458663" y="1525550"/>
            <a:ext cx="176700" cy="70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375" y="2233650"/>
            <a:ext cx="871224" cy="95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7038" y="2072839"/>
            <a:ext cx="1152075" cy="1280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8"/>
          <p:cNvCxnSpPr>
            <a:stCxn id="95" idx="1"/>
            <a:endCxn id="100" idx="0"/>
          </p:cNvCxnSpPr>
          <p:nvPr/>
        </p:nvCxnSpPr>
        <p:spPr>
          <a:xfrm flipH="1">
            <a:off x="5198038" y="1525550"/>
            <a:ext cx="464100" cy="70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8"/>
          <p:cNvCxnSpPr>
            <a:stCxn id="95" idx="3"/>
            <a:endCxn id="101" idx="0"/>
          </p:cNvCxnSpPr>
          <p:nvPr/>
        </p:nvCxnSpPr>
        <p:spPr>
          <a:xfrm>
            <a:off x="6947038" y="1525550"/>
            <a:ext cx="576000" cy="54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Архітектура системи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1186550"/>
            <a:ext cx="67722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uk"/>
              <a:t>Архітектура системи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150" y="1179375"/>
            <a:ext cx="551637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Система онлайн-запису з OTP  </a:t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775" y="1119775"/>
            <a:ext cx="2816900" cy="39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Приклад реалізації  </a:t>
            </a:r>
            <a:endParaRPr/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125" y="1017725"/>
            <a:ext cx="5470376" cy="399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Приклад реалізації  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613" y="1130450"/>
            <a:ext cx="468478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Інтерфейс користувача 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500" y="1280150"/>
            <a:ext cx="7015151" cy="34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Тестування </a:t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00" y="1408214"/>
            <a:ext cx="8782050" cy="25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Можливості використання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714600" y="1492150"/>
            <a:ext cx="6163800" cy="24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Поточна реалізація:</a:t>
            </a:r>
            <a:b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Вебзастосунок Kinetra – онлайн-запис з OTP-підтвердженням, управління розкладом лікарів, система верифікованих відгуків та модуль цифрової інклюзивності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Перспективи масштабування:</a:t>
            </a:r>
            <a:b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Адаптація системи для використання в інших реабілітаційних центрах України; розширення на суміжні медичні заклади будь-якого профілю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Майбутні технічні покращення:</a:t>
            </a:r>
            <a:b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Інтеграція SMS-провайдера (Twilio), підключення платіжного шлюзу (LiqPay / Fondy).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